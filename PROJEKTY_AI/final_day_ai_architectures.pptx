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Day — Frontier AI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advanced conceptual exercises showing Python as a cognitive environment.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 — Introspective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Self-inspection, AST transformation, runtime mutation, reflective computation.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 — Unusual 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Neural networks as semantic resonance systems instead of classifiers.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 — Shadow Field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Probabilistic decision landscapes, multi-agent fields, emergent collapse.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FIELD TENSION 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Decisions deform future possibilities. AI explores a field, not a single answer.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is not only a programming language. It becomes an environment for organizing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